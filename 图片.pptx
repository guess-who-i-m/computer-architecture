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54" autoAdjust="0"/>
  </p:normalViewPr>
  <p:slideViewPr>
    <p:cSldViewPr snapToGrid="0">
      <p:cViewPr>
        <p:scale>
          <a:sx n="50" d="100"/>
          <a:sy n="50" d="100"/>
        </p:scale>
        <p:origin x="21" y="7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3FB54-9900-3EC5-9D1B-40589291C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C220F5-68BC-7D95-3B41-B31328F62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E8B4E-5EB5-5DCF-9596-3A671F16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D117A-5ADD-65B8-1E95-2209190F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2099DC-8953-A2C0-0526-D3FFA554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89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CD7B1-FDE7-0551-3B62-5757152B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75F23B-6FA0-7B91-3BB8-B4796956E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55E312-E501-9300-9AF7-C06907F2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6A0C3-E0E2-DD39-D89A-1AC861B2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CC67B-903D-B2FB-0D6C-AED74263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4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9F9A9-DC55-3767-1B57-E2292329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12777E-7FDE-2987-CEFB-CA5EECEA9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C1C42-D132-427F-1D29-39849771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501847-2EE5-F46A-B800-DA7B8AE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3DCA00-44CF-2032-300F-85C6EBDC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06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E3EFA-8E8E-AEAB-2E7C-F49616D3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0B902F-93FD-2B97-C23E-40D53A5A2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FDAA11-3699-A173-0127-A602B060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0A5E6C-227A-8973-E915-B3F515E9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2187B8-250D-425B-D381-EA00C57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C206F3-9CCB-D1D1-9A11-CDBF3436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37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983BE-06A3-8C58-0412-78865BD6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56DE78-5995-9696-DA18-C40F23768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5802F-421B-F60E-770D-3D3ED79FA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871025-2DA5-22B2-99B4-C211FBE15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859B98-4C56-6384-73CB-0CA0DA232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27F30D-D9B3-9622-781A-A44FAD46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ACFC5E-B8AF-6F32-2A3B-73051E4D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49F6A2-EF64-1A63-E582-B6D6CA5C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3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8CF92-6F11-6559-0A7D-42461AB5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6C9D2F-E92D-B6F5-B711-9E66F554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D49328-5221-A9A7-42B3-9AD289C9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54F1DA-A6ED-6119-EAC2-2E16D854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73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BC72EB-E69C-293E-C9E0-3634ADDE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54A0C8-84F1-4650-2C25-9851C658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F1D45-FD75-221C-A200-17E93913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68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C0781-2320-ABC7-D982-257D9C11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014FF-5C87-733F-B039-6DF966B47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76DC39-2B5A-5FF1-21E7-2981E9979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0D6C8F-4655-F8D6-A723-73C0748E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C47730-0299-817D-2C19-2F07562FE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96D6AE-4BC8-FFEE-07BE-96E6EEF6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74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707F5-8122-3E61-60F1-39274697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B2CC2F-0D95-1AC6-4BB7-342D5CB33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41C22A-B6A6-9521-6EC9-5ADF06C27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C6C2C1-5FFB-EC8D-F39D-34AB6B13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BA8598-5636-03C2-5DB6-C258D96C0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B7F41B-9F3E-EA2A-AED9-08AE90F9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06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F6997-DBE4-8E00-3EF5-46EDAB62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C7EAC8-F141-9820-E86C-7DCF0DCA8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A2E71C-B169-88E3-0CC3-9702B7B6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383E4-2A2C-AC89-1380-8CB49637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5F12E-74D2-3308-FE15-522A0DA7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20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24FD4F-21CC-4416-6F6B-2F86885B2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ABA024-F522-BFA1-4D0F-0BB491CDD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B20D34-E689-C67D-7FF0-B07C3B72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7F0B7-B55F-B2ED-DEE2-4E9B394C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AE35A-C4B3-0FE9-B6C8-408A9F83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2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0211A5-F7E1-2842-351B-B3D2666F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16E49C-98C9-5136-8328-262A20395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6F866-5731-6252-ED9E-116134296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99970-48F4-43BA-8F76-42A0B9808AF0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44912C-F650-8769-C061-350E0B27B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4B5D7-96C4-DBF2-1C45-6FF818D39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003AF-9311-4E45-9385-2CDCCA6C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21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7BECE565-64A6-D43F-7263-4C2BF21C5CD2}"/>
              </a:ext>
            </a:extLst>
          </p:cNvPr>
          <p:cNvGrpSpPr/>
          <p:nvPr/>
        </p:nvGrpSpPr>
        <p:grpSpPr>
          <a:xfrm>
            <a:off x="224975" y="420914"/>
            <a:ext cx="7264394" cy="5575420"/>
            <a:chOff x="224975" y="420914"/>
            <a:chExt cx="7264394" cy="557542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CE8965-F989-B578-E18C-AF0053165ECC}"/>
                </a:ext>
              </a:extLst>
            </p:cNvPr>
            <p:cNvSpPr/>
            <p:nvPr/>
          </p:nvSpPr>
          <p:spPr>
            <a:xfrm>
              <a:off x="384630" y="1255486"/>
              <a:ext cx="522514" cy="4143828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B2CD607-AB21-7282-BA68-B515BDBA0BC2}"/>
                </a:ext>
              </a:extLst>
            </p:cNvPr>
            <p:cNvSpPr/>
            <p:nvPr/>
          </p:nvSpPr>
          <p:spPr>
            <a:xfrm>
              <a:off x="1574800" y="1853293"/>
              <a:ext cx="522514" cy="1291771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EA4FBBA-7524-8798-D481-64317BB9B732}"/>
                </a:ext>
              </a:extLst>
            </p:cNvPr>
            <p:cNvSpPr/>
            <p:nvPr/>
          </p:nvSpPr>
          <p:spPr>
            <a:xfrm>
              <a:off x="1574800" y="3766457"/>
              <a:ext cx="522514" cy="1291771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123D45A-20BF-CEA8-2069-01F97299415C}"/>
                </a:ext>
              </a:extLst>
            </p:cNvPr>
            <p:cNvGrpSpPr/>
            <p:nvPr/>
          </p:nvGrpSpPr>
          <p:grpSpPr>
            <a:xfrm>
              <a:off x="2554733" y="2572657"/>
              <a:ext cx="934356" cy="1905000"/>
              <a:chOff x="2881087" y="2362200"/>
              <a:chExt cx="1030514" cy="1905000"/>
            </a:xfrm>
          </p:grpSpPr>
          <p:sp>
            <p:nvSpPr>
              <p:cNvPr id="7" name="流程图: 手动操作 6">
                <a:extLst>
                  <a:ext uri="{FF2B5EF4-FFF2-40B4-BE49-F238E27FC236}">
                    <a16:creationId xmlns:a16="http://schemas.microsoft.com/office/drawing/2014/main" id="{BB649393-DF47-F050-B5E3-D6C6DE15C412}"/>
                  </a:ext>
                </a:extLst>
              </p:cNvPr>
              <p:cNvSpPr/>
              <p:nvPr/>
            </p:nvSpPr>
            <p:spPr>
              <a:xfrm rot="16200000">
                <a:off x="2559959" y="2915557"/>
                <a:ext cx="1905000" cy="798285"/>
              </a:xfrm>
              <a:prstGeom prst="flowChartManualOperation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B33DDED-C6E8-ACCB-33CC-271F4AC4ABB1}"/>
                  </a:ext>
                </a:extLst>
              </p:cNvPr>
              <p:cNvSpPr/>
              <p:nvPr/>
            </p:nvSpPr>
            <p:spPr>
              <a:xfrm>
                <a:off x="2881087" y="2969984"/>
                <a:ext cx="580571" cy="6894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C08E802C-3902-3E26-B7C0-B3A9B2AEE026}"/>
                  </a:ext>
                </a:extLst>
              </p:cNvPr>
              <p:cNvCxnSpPr>
                <a:cxnSpLocks/>
                <a:endCxn id="8" idx="3"/>
              </p:cNvCxnSpPr>
              <p:nvPr/>
            </p:nvCxnSpPr>
            <p:spPr>
              <a:xfrm>
                <a:off x="3103789" y="2950029"/>
                <a:ext cx="357869" cy="36467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934ABF9-F9E1-974C-FFA6-44ACB3C8DA7E}"/>
                  </a:ext>
                </a:extLst>
              </p:cNvPr>
              <p:cNvCxnSpPr>
                <a:cxnSpLocks/>
                <a:endCxn id="8" idx="3"/>
              </p:cNvCxnSpPr>
              <p:nvPr/>
            </p:nvCxnSpPr>
            <p:spPr>
              <a:xfrm flipV="1">
                <a:off x="3103789" y="3314699"/>
                <a:ext cx="357869" cy="364669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650AD85-AAC6-5247-EC4C-665A331845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1247" y="3294287"/>
                <a:ext cx="40821" cy="4082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1E51F4E-230A-EDA7-41DC-A87DE0280150}"/>
                </a:ext>
              </a:extLst>
            </p:cNvPr>
            <p:cNvSpPr/>
            <p:nvPr/>
          </p:nvSpPr>
          <p:spPr>
            <a:xfrm>
              <a:off x="4100287" y="1255486"/>
              <a:ext cx="522514" cy="4143828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C8B95C9-5B3A-5AC3-DF68-00AE59083A2A}"/>
                </a:ext>
              </a:extLst>
            </p:cNvPr>
            <p:cNvSpPr/>
            <p:nvPr/>
          </p:nvSpPr>
          <p:spPr>
            <a:xfrm>
              <a:off x="6451600" y="1255486"/>
              <a:ext cx="522514" cy="4143828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48B80BF-E3D6-4A26-3ED1-0D65BD730D45}"/>
                </a:ext>
              </a:extLst>
            </p:cNvPr>
            <p:cNvSpPr/>
            <p:nvPr/>
          </p:nvSpPr>
          <p:spPr>
            <a:xfrm>
              <a:off x="5072743" y="2888343"/>
              <a:ext cx="1023257" cy="158931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ysClr val="windowText" lastClr="000000"/>
                  </a:solidFill>
                </a:rPr>
                <a:t>数据</a:t>
              </a:r>
              <a:endParaRPr lang="en-US" altLang="zh-CN" sz="24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zh-CN" altLang="en-US" sz="2400" b="1" dirty="0">
                  <a:solidFill>
                    <a:sysClr val="windowText" lastClr="000000"/>
                  </a:solidFill>
                </a:rPr>
                <a:t>存储</a:t>
              </a:r>
              <a:endParaRPr lang="en-US" altLang="zh-CN" sz="24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zh-CN" altLang="en-US" sz="2400" b="1" dirty="0">
                  <a:solidFill>
                    <a:sysClr val="windowText" lastClr="000000"/>
                  </a:solidFill>
                </a:rPr>
                <a:t>器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DF5379D-7777-5773-A989-41B65F437CFD}"/>
                </a:ext>
              </a:extLst>
            </p:cNvPr>
            <p:cNvSpPr txBox="1"/>
            <p:nvPr/>
          </p:nvSpPr>
          <p:spPr>
            <a:xfrm>
              <a:off x="2848698" y="2903704"/>
              <a:ext cx="6749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ALU</a:t>
              </a:r>
              <a:endParaRPr lang="zh-CN" altLang="en-US" sz="20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F0BF376-2BCF-C191-16DA-757932560039}"/>
                </a:ext>
              </a:extLst>
            </p:cNvPr>
            <p:cNvSpPr txBox="1"/>
            <p:nvPr/>
          </p:nvSpPr>
          <p:spPr>
            <a:xfrm>
              <a:off x="3731987" y="855376"/>
              <a:ext cx="12591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EX/MEM</a:t>
              </a:r>
              <a:endParaRPr lang="zh-CN" altLang="en-US" sz="2000" b="1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F390942-FFD7-0F4B-518D-FE9414609E53}"/>
                </a:ext>
              </a:extLst>
            </p:cNvPr>
            <p:cNvSpPr txBox="1"/>
            <p:nvPr/>
          </p:nvSpPr>
          <p:spPr>
            <a:xfrm>
              <a:off x="6096000" y="861666"/>
              <a:ext cx="13933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MEM/WB</a:t>
              </a:r>
              <a:endParaRPr lang="zh-CN" altLang="en-US" sz="2000" b="1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7007234-F0B7-24BA-F036-F803A8104C8F}"/>
                </a:ext>
              </a:extLst>
            </p:cNvPr>
            <p:cNvSpPr txBox="1"/>
            <p:nvPr/>
          </p:nvSpPr>
          <p:spPr>
            <a:xfrm>
              <a:off x="224975" y="855376"/>
              <a:ext cx="8418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ID/EX</a:t>
              </a:r>
              <a:endParaRPr lang="zh-CN" altLang="en-US" sz="2000" b="1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A0CB0A3-9EB8-18C6-4F56-4476C324BDBE}"/>
                </a:ext>
              </a:extLst>
            </p:cNvPr>
            <p:cNvSpPr/>
            <p:nvPr/>
          </p:nvSpPr>
          <p:spPr>
            <a:xfrm>
              <a:off x="2592839" y="1290609"/>
              <a:ext cx="1003081" cy="59780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=0 ?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7DD868D-C1C1-A46F-3162-6D67DBF5742C}"/>
                </a:ext>
              </a:extLst>
            </p:cNvPr>
            <p:cNvCxnSpPr>
              <a:cxnSpLocks/>
            </p:cNvCxnSpPr>
            <p:nvPr/>
          </p:nvCxnSpPr>
          <p:spPr>
            <a:xfrm>
              <a:off x="907144" y="3004457"/>
              <a:ext cx="64134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96DA0C0-CBF0-2561-C16D-21AFFA4443BD}"/>
                </a:ext>
              </a:extLst>
            </p:cNvPr>
            <p:cNvCxnSpPr>
              <a:cxnSpLocks/>
            </p:cNvCxnSpPr>
            <p:nvPr/>
          </p:nvCxnSpPr>
          <p:spPr>
            <a:xfrm>
              <a:off x="907144" y="2315029"/>
              <a:ext cx="173263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10A0297-5AFA-12C2-03DF-E8BABC9113F4}"/>
                </a:ext>
              </a:extLst>
            </p:cNvPr>
            <p:cNvCxnSpPr>
              <a:cxnSpLocks/>
            </p:cNvCxnSpPr>
            <p:nvPr/>
          </p:nvCxnSpPr>
          <p:spPr>
            <a:xfrm>
              <a:off x="1065439" y="2315029"/>
              <a:ext cx="0" cy="4635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10E76486-514C-2A53-0276-F1E7627FD72D}"/>
                </a:ext>
              </a:extLst>
            </p:cNvPr>
            <p:cNvCxnSpPr>
              <a:cxnSpLocks/>
            </p:cNvCxnSpPr>
            <p:nvPr/>
          </p:nvCxnSpPr>
          <p:spPr>
            <a:xfrm>
              <a:off x="1055914" y="2778579"/>
              <a:ext cx="4925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98CFE18C-2849-4554-8E99-CCB113FBF798}"/>
                </a:ext>
              </a:extLst>
            </p:cNvPr>
            <p:cNvCxnSpPr/>
            <p:nvPr/>
          </p:nvCxnSpPr>
          <p:spPr>
            <a:xfrm flipV="1">
              <a:off x="1227818" y="1529443"/>
              <a:ext cx="0" cy="1475014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F086D33-477A-8E20-77FC-4D12CDD45F7A}"/>
                </a:ext>
              </a:extLst>
            </p:cNvPr>
            <p:cNvCxnSpPr>
              <a:cxnSpLocks/>
            </p:cNvCxnSpPr>
            <p:nvPr/>
          </p:nvCxnSpPr>
          <p:spPr>
            <a:xfrm>
              <a:off x="1227818" y="1529443"/>
              <a:ext cx="134257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6E3B7B0E-2C87-2DFC-4601-D8BC1AE9CD68}"/>
                </a:ext>
              </a:extLst>
            </p:cNvPr>
            <p:cNvCxnSpPr/>
            <p:nvPr/>
          </p:nvCxnSpPr>
          <p:spPr>
            <a:xfrm>
              <a:off x="2097314" y="2778579"/>
              <a:ext cx="65934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24C5DE6C-C22E-F5A8-BD38-2AE2A3E76567}"/>
                </a:ext>
              </a:extLst>
            </p:cNvPr>
            <p:cNvCxnSpPr/>
            <p:nvPr/>
          </p:nvCxnSpPr>
          <p:spPr>
            <a:xfrm>
              <a:off x="2097314" y="4254137"/>
              <a:ext cx="65934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BB02E66-C991-7C8B-8B2A-4E82EF12D5E6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489089" y="3525156"/>
              <a:ext cx="58352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0D617118-619A-55D5-A237-79B0589020E5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V="1">
              <a:off x="3595920" y="1589512"/>
              <a:ext cx="476698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08DB86D6-289D-6656-468C-B6EF19D747D4}"/>
                </a:ext>
              </a:extLst>
            </p:cNvPr>
            <p:cNvCxnSpPr/>
            <p:nvPr/>
          </p:nvCxnSpPr>
          <p:spPr>
            <a:xfrm>
              <a:off x="4622801" y="3180441"/>
              <a:ext cx="44994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6416DF77-0012-A4C8-1D32-26BCF76CD067}"/>
                </a:ext>
              </a:extLst>
            </p:cNvPr>
            <p:cNvCxnSpPr/>
            <p:nvPr/>
          </p:nvCxnSpPr>
          <p:spPr>
            <a:xfrm>
              <a:off x="4622801" y="4254137"/>
              <a:ext cx="44994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830EC94-FB6B-288E-2D60-89F4709E22D3}"/>
                </a:ext>
              </a:extLst>
            </p:cNvPr>
            <p:cNvCxnSpPr>
              <a:cxnSpLocks/>
            </p:cNvCxnSpPr>
            <p:nvPr/>
          </p:nvCxnSpPr>
          <p:spPr>
            <a:xfrm>
              <a:off x="4822371" y="3180441"/>
              <a:ext cx="0" cy="150912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2DADAF30-C5AC-B6F3-1BCC-35B9F63BB218}"/>
                </a:ext>
              </a:extLst>
            </p:cNvPr>
            <p:cNvCxnSpPr>
              <a:cxnSpLocks/>
            </p:cNvCxnSpPr>
            <p:nvPr/>
          </p:nvCxnSpPr>
          <p:spPr>
            <a:xfrm>
              <a:off x="4822371" y="4689566"/>
              <a:ext cx="159149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3EAB67C8-B496-86D6-D3E8-0C78EBBF8D9D}"/>
                </a:ext>
              </a:extLst>
            </p:cNvPr>
            <p:cNvCxnSpPr>
              <a:stCxn id="31" idx="3"/>
            </p:cNvCxnSpPr>
            <p:nvPr/>
          </p:nvCxnSpPr>
          <p:spPr>
            <a:xfrm>
              <a:off x="6096000" y="3683000"/>
              <a:ext cx="3556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3FF717BF-D8D4-42D6-1872-B14FE5AFE28F}"/>
                </a:ext>
              </a:extLst>
            </p:cNvPr>
            <p:cNvCxnSpPr/>
            <p:nvPr/>
          </p:nvCxnSpPr>
          <p:spPr>
            <a:xfrm>
              <a:off x="907144" y="3931556"/>
              <a:ext cx="64134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6CF9B6A-3E0D-67E0-2ED7-42C099F3B09D}"/>
                </a:ext>
              </a:extLst>
            </p:cNvPr>
            <p:cNvCxnSpPr/>
            <p:nvPr/>
          </p:nvCxnSpPr>
          <p:spPr>
            <a:xfrm>
              <a:off x="1080407" y="3931556"/>
              <a:ext cx="0" cy="1315358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BC50658F-B160-0E84-004E-FF15FEA32C70}"/>
                </a:ext>
              </a:extLst>
            </p:cNvPr>
            <p:cNvCxnSpPr>
              <a:cxnSpLocks/>
            </p:cNvCxnSpPr>
            <p:nvPr/>
          </p:nvCxnSpPr>
          <p:spPr>
            <a:xfrm>
              <a:off x="1065439" y="5259977"/>
              <a:ext cx="30071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38A1B6B8-F79E-87A2-FE8C-7C309B0C5604}"/>
                </a:ext>
              </a:extLst>
            </p:cNvPr>
            <p:cNvCxnSpPr/>
            <p:nvPr/>
          </p:nvCxnSpPr>
          <p:spPr>
            <a:xfrm>
              <a:off x="6974114" y="4689566"/>
              <a:ext cx="254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941444AF-D01E-EE59-8B06-CBF296C82260}"/>
                </a:ext>
              </a:extLst>
            </p:cNvPr>
            <p:cNvCxnSpPr/>
            <p:nvPr/>
          </p:nvCxnSpPr>
          <p:spPr>
            <a:xfrm flipV="1">
              <a:off x="7228114" y="645886"/>
              <a:ext cx="0" cy="40436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A42504E9-5AB4-F733-C6E2-4987E6FEC39D}"/>
                </a:ext>
              </a:extLst>
            </p:cNvPr>
            <p:cNvCxnSpPr/>
            <p:nvPr/>
          </p:nvCxnSpPr>
          <p:spPr>
            <a:xfrm flipH="1">
              <a:off x="1302203" y="638629"/>
              <a:ext cx="592591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AC53A101-F895-2748-E1BE-61F3CFD5EC06}"/>
                </a:ext>
              </a:extLst>
            </p:cNvPr>
            <p:cNvCxnSpPr/>
            <p:nvPr/>
          </p:nvCxnSpPr>
          <p:spPr>
            <a:xfrm>
              <a:off x="1302203" y="645886"/>
              <a:ext cx="0" cy="19009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4E671C2C-9A26-441A-74D4-DDEA8167E739}"/>
                </a:ext>
              </a:extLst>
            </p:cNvPr>
            <p:cNvCxnSpPr>
              <a:cxnSpLocks/>
            </p:cNvCxnSpPr>
            <p:nvPr/>
          </p:nvCxnSpPr>
          <p:spPr>
            <a:xfrm>
              <a:off x="1302203" y="2538184"/>
              <a:ext cx="2462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343097FD-6645-918A-9F3A-EBD421FF8A2A}"/>
                </a:ext>
              </a:extLst>
            </p:cNvPr>
            <p:cNvCxnSpPr/>
            <p:nvPr/>
          </p:nvCxnSpPr>
          <p:spPr>
            <a:xfrm>
              <a:off x="7228114" y="4689566"/>
              <a:ext cx="0" cy="11887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8C1229AA-9FC5-1D67-9565-0A072BEB6D97}"/>
                </a:ext>
              </a:extLst>
            </p:cNvPr>
            <p:cNvCxnSpPr/>
            <p:nvPr/>
          </p:nvCxnSpPr>
          <p:spPr>
            <a:xfrm flipH="1">
              <a:off x="1227818" y="5877098"/>
              <a:ext cx="60002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00DEABA-BA76-3D58-FE45-EA976B787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818" y="4121604"/>
              <a:ext cx="0" cy="17554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AB4C57E6-F50E-B33F-316A-7515B5E5CA5E}"/>
                </a:ext>
              </a:extLst>
            </p:cNvPr>
            <p:cNvCxnSpPr/>
            <p:nvPr/>
          </p:nvCxnSpPr>
          <p:spPr>
            <a:xfrm>
              <a:off x="1227818" y="4135210"/>
              <a:ext cx="3206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EEADD6E0-BD6D-D07B-8F78-268F2D2634D3}"/>
                </a:ext>
              </a:extLst>
            </p:cNvPr>
            <p:cNvCxnSpPr/>
            <p:nvPr/>
          </p:nvCxnSpPr>
          <p:spPr>
            <a:xfrm>
              <a:off x="6974114" y="3545566"/>
              <a:ext cx="4209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C54348D3-0AEF-514D-E3F8-CF8745971026}"/>
                </a:ext>
              </a:extLst>
            </p:cNvPr>
            <p:cNvCxnSpPr/>
            <p:nvPr/>
          </p:nvCxnSpPr>
          <p:spPr>
            <a:xfrm flipV="1">
              <a:off x="7409543" y="420914"/>
              <a:ext cx="0" cy="31246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576C6297-97AF-8582-296A-7B3C6D7CC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0217" y="420914"/>
              <a:ext cx="60293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483FBC95-DB46-063C-0E27-F0D2EAF5D679}"/>
                </a:ext>
              </a:extLst>
            </p:cNvPr>
            <p:cNvCxnSpPr>
              <a:cxnSpLocks/>
            </p:cNvCxnSpPr>
            <p:nvPr/>
          </p:nvCxnSpPr>
          <p:spPr>
            <a:xfrm>
              <a:off x="1380217" y="420914"/>
              <a:ext cx="0" cy="18941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E09B4B9-E6FD-DC1E-35B5-F7ADF584A839}"/>
                </a:ext>
              </a:extLst>
            </p:cNvPr>
            <p:cNvCxnSpPr/>
            <p:nvPr/>
          </p:nvCxnSpPr>
          <p:spPr>
            <a:xfrm>
              <a:off x="1380217" y="2315029"/>
              <a:ext cx="168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40A84743-D481-0833-2F60-34D4A52444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0493" y="3525155"/>
              <a:ext cx="19050" cy="24711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F318FC0F-3538-A517-DB8A-66F856354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6263" y="5996334"/>
              <a:ext cx="60742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E5C49B2E-0160-FC01-CA84-EE263D7AB466}"/>
                </a:ext>
              </a:extLst>
            </p:cNvPr>
            <p:cNvCxnSpPr/>
            <p:nvPr/>
          </p:nvCxnSpPr>
          <p:spPr>
            <a:xfrm flipV="1">
              <a:off x="1316263" y="4347029"/>
              <a:ext cx="0" cy="16493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FE5D0D27-C0A9-8A59-87BF-F15A7FD73670}"/>
                </a:ext>
              </a:extLst>
            </p:cNvPr>
            <p:cNvCxnSpPr>
              <a:cxnSpLocks/>
            </p:cNvCxnSpPr>
            <p:nvPr/>
          </p:nvCxnSpPr>
          <p:spPr>
            <a:xfrm>
              <a:off x="1316263" y="4347029"/>
              <a:ext cx="2354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07630D16-1D4B-79CA-DF70-CAABE22FE692}"/>
                </a:ext>
              </a:extLst>
            </p:cNvPr>
            <p:cNvCxnSpPr>
              <a:cxnSpLocks/>
            </p:cNvCxnSpPr>
            <p:nvPr/>
          </p:nvCxnSpPr>
          <p:spPr>
            <a:xfrm>
              <a:off x="882651" y="4672331"/>
              <a:ext cx="135163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E97CE4-EED6-5B93-50A5-E96F85BB627A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14" y="4039961"/>
              <a:ext cx="0" cy="6496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AC158B7D-1477-4B46-54BC-974D3927BE2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14" y="4039961"/>
              <a:ext cx="5306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B165B2ED-64A8-19A7-3F00-AA89E2329F38}"/>
                </a:ext>
              </a:extLst>
            </p:cNvPr>
            <p:cNvCxnSpPr/>
            <p:nvPr/>
          </p:nvCxnSpPr>
          <p:spPr>
            <a:xfrm>
              <a:off x="4822371" y="4689566"/>
              <a:ext cx="0" cy="10072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52CD76AB-3B6D-0892-667E-ED7180E6BC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6092" y="5696857"/>
              <a:ext cx="342627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0BE6F347-DE92-E868-8ED2-FC16BEBB17C1}"/>
                </a:ext>
              </a:extLst>
            </p:cNvPr>
            <p:cNvCxnSpPr/>
            <p:nvPr/>
          </p:nvCxnSpPr>
          <p:spPr>
            <a:xfrm flipV="1">
              <a:off x="1396092" y="4589235"/>
              <a:ext cx="0" cy="11076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D7DDC528-D471-F3B3-7296-1CFBA0EDDCAA}"/>
                </a:ext>
              </a:extLst>
            </p:cNvPr>
            <p:cNvCxnSpPr>
              <a:cxnSpLocks/>
            </p:cNvCxnSpPr>
            <p:nvPr/>
          </p:nvCxnSpPr>
          <p:spPr>
            <a:xfrm>
              <a:off x="1396092" y="4589235"/>
              <a:ext cx="1524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77311BCD-EE14-E2EF-866D-E62FBFDEE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2371" y="798286"/>
              <a:ext cx="0" cy="23821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E0837AD4-4E88-16F0-6965-DF96A70A51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800" y="798286"/>
              <a:ext cx="33745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BD61D8AC-4F0E-A972-9D49-4E34E48315BC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0" y="798286"/>
              <a:ext cx="0" cy="1343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1668052D-C3B0-849B-BFDB-4E25A2AEF27B}"/>
                </a:ext>
              </a:extLst>
            </p:cNvPr>
            <p:cNvCxnSpPr/>
            <p:nvPr/>
          </p:nvCxnSpPr>
          <p:spPr>
            <a:xfrm>
              <a:off x="1447800" y="2141764"/>
              <a:ext cx="1006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39A69684-C319-1F25-B3AE-802A03F22C98}"/>
                </a:ext>
              </a:extLst>
            </p:cNvPr>
            <p:cNvSpPr txBox="1"/>
            <p:nvPr/>
          </p:nvSpPr>
          <p:spPr>
            <a:xfrm>
              <a:off x="1581031" y="1818471"/>
              <a:ext cx="54792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M</a:t>
              </a:r>
            </a:p>
            <a:p>
              <a:pPr algn="ctr"/>
              <a:r>
                <a:rPr lang="en-US" altLang="zh-CN" sz="2800" b="1" dirty="0"/>
                <a:t>U</a:t>
              </a:r>
            </a:p>
            <a:p>
              <a:pPr algn="ctr"/>
              <a:r>
                <a:rPr lang="en-US" altLang="zh-CN" sz="2800" b="1" dirty="0"/>
                <a:t>X</a:t>
              </a:r>
              <a:endParaRPr lang="zh-CN" altLang="en-US" sz="2800" b="1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E8E1E982-BC39-497E-066A-93A25DA5999A}"/>
                </a:ext>
              </a:extLst>
            </p:cNvPr>
            <p:cNvSpPr txBox="1"/>
            <p:nvPr/>
          </p:nvSpPr>
          <p:spPr>
            <a:xfrm>
              <a:off x="1566163" y="3755747"/>
              <a:ext cx="54792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M</a:t>
              </a:r>
            </a:p>
            <a:p>
              <a:pPr algn="ctr"/>
              <a:r>
                <a:rPr lang="en-US" altLang="zh-CN" sz="2800" b="1" dirty="0"/>
                <a:t>U</a:t>
              </a:r>
            </a:p>
            <a:p>
              <a:pPr algn="ctr"/>
              <a:r>
                <a:rPr lang="en-US" altLang="zh-CN" sz="2800" b="1" dirty="0"/>
                <a:t>X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3106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8D6209B0-7683-CB43-6748-FE5E994470AE}"/>
              </a:ext>
            </a:extLst>
          </p:cNvPr>
          <p:cNvGrpSpPr/>
          <p:nvPr/>
        </p:nvGrpSpPr>
        <p:grpSpPr>
          <a:xfrm>
            <a:off x="778237" y="551330"/>
            <a:ext cx="7843569" cy="4258236"/>
            <a:chOff x="778237" y="551330"/>
            <a:chExt cx="7843569" cy="425823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47518C8-C551-789E-18E6-6E066C156B20}"/>
                </a:ext>
              </a:extLst>
            </p:cNvPr>
            <p:cNvSpPr/>
            <p:nvPr/>
          </p:nvSpPr>
          <p:spPr>
            <a:xfrm>
              <a:off x="2554941" y="551330"/>
              <a:ext cx="3778624" cy="11833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ID/EX.IR[31:26] = 6’b100011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IF/ID.IR[31:26] = 6’b000000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ID/EX.IR[20:16] = IF/ID.IR[25:21]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ID/EX.IR[20:16] = IF/ID.IR[20:16]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B5F5147-8A73-C424-2BBE-357BC49F587B}"/>
                </a:ext>
              </a:extLst>
            </p:cNvPr>
            <p:cNvSpPr/>
            <p:nvPr/>
          </p:nvSpPr>
          <p:spPr>
            <a:xfrm>
              <a:off x="2554941" y="2492189"/>
              <a:ext cx="3778625" cy="11833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ID/EX.IR[25:21] = EX/MEM.IR[15:11]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IF/ID.IR[20:16] = EX/MEM.IR[15:11]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ID/EX.IR[25:21] = MEM/WB.IR[15:11]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ID/EX.IR[20:16] = MEM/WB.IR[20:16]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7F07C4B-F74E-F8C3-46F1-79D3ADAC07D4}"/>
                </a:ext>
              </a:extLst>
            </p:cNvPr>
            <p:cNvSpPr txBox="1"/>
            <p:nvPr/>
          </p:nvSpPr>
          <p:spPr>
            <a:xfrm>
              <a:off x="3818965" y="4433048"/>
              <a:ext cx="1129553" cy="3765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正常执行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A8E63DC-F6D0-EA60-D09C-EFE3169136D0}"/>
                </a:ext>
              </a:extLst>
            </p:cNvPr>
            <p:cNvSpPr txBox="1"/>
            <p:nvPr/>
          </p:nvSpPr>
          <p:spPr>
            <a:xfrm>
              <a:off x="7427259" y="954742"/>
              <a:ext cx="112955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插入气泡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0E29D80-E764-C92B-9038-37A72BD799BC}"/>
                </a:ext>
              </a:extLst>
            </p:cNvPr>
            <p:cNvSpPr txBox="1"/>
            <p:nvPr/>
          </p:nvSpPr>
          <p:spPr>
            <a:xfrm>
              <a:off x="7362264" y="2899194"/>
              <a:ext cx="125954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旁路</a:t>
              </a:r>
              <a:r>
                <a:rPr lang="en-US" altLang="zh-CN" dirty="0"/>
                <a:t>/</a:t>
              </a:r>
              <a:r>
                <a:rPr lang="zh-CN" altLang="en-US" dirty="0"/>
                <a:t>定向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129EAA9-47CB-CAC3-F420-D132129BEE68}"/>
                </a:ext>
              </a:extLst>
            </p:cNvPr>
            <p:cNvSpPr txBox="1"/>
            <p:nvPr/>
          </p:nvSpPr>
          <p:spPr>
            <a:xfrm>
              <a:off x="778237" y="954742"/>
              <a:ext cx="71550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ID</a:t>
              </a:r>
              <a:r>
                <a:rPr lang="zh-CN" altLang="en-US" dirty="0"/>
                <a:t>段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FC6BC7E-470F-B57C-9DAB-1B52709027C5}"/>
                </a:ext>
              </a:extLst>
            </p:cNvPr>
            <p:cNvSpPr txBox="1"/>
            <p:nvPr/>
          </p:nvSpPr>
          <p:spPr>
            <a:xfrm>
              <a:off x="778237" y="2899194"/>
              <a:ext cx="71550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</a:t>
              </a:r>
              <a:r>
                <a:rPr lang="zh-CN" altLang="en-US" dirty="0"/>
                <a:t>段</a:t>
              </a:r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1758275C-17C3-9B50-B023-D702F7D4F3B8}"/>
                </a:ext>
              </a:extLst>
            </p:cNvPr>
            <p:cNvSpPr/>
            <p:nvPr/>
          </p:nvSpPr>
          <p:spPr>
            <a:xfrm>
              <a:off x="1820487" y="1064029"/>
              <a:ext cx="382386" cy="26004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8931E48F-CE02-8E68-EF6F-A3FD7EE056BA}"/>
                </a:ext>
              </a:extLst>
            </p:cNvPr>
            <p:cNvSpPr/>
            <p:nvPr/>
          </p:nvSpPr>
          <p:spPr>
            <a:xfrm>
              <a:off x="1833149" y="2950044"/>
              <a:ext cx="382386" cy="26763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70E2BF4C-2E37-E0D9-2C37-71D5C42851F2}"/>
                </a:ext>
              </a:extLst>
            </p:cNvPr>
            <p:cNvSpPr/>
            <p:nvPr/>
          </p:nvSpPr>
          <p:spPr>
            <a:xfrm>
              <a:off x="6685063" y="1064029"/>
              <a:ext cx="390698" cy="260045"/>
            </a:xfrm>
            <a:prstGeom prst="rightArrow">
              <a:avLst>
                <a:gd name="adj1" fmla="val 50000"/>
                <a:gd name="adj2" fmla="val 3721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箭头: 右 13">
              <a:extLst>
                <a:ext uri="{FF2B5EF4-FFF2-40B4-BE49-F238E27FC236}">
                  <a16:creationId xmlns:a16="http://schemas.microsoft.com/office/drawing/2014/main" id="{536DE9AE-0C9C-CF9C-2334-7480C36BEC88}"/>
                </a:ext>
              </a:extLst>
            </p:cNvPr>
            <p:cNvSpPr/>
            <p:nvPr/>
          </p:nvSpPr>
          <p:spPr>
            <a:xfrm>
              <a:off x="6652566" y="2950044"/>
              <a:ext cx="390698" cy="260045"/>
            </a:xfrm>
            <a:prstGeom prst="rightArrow">
              <a:avLst>
                <a:gd name="adj1" fmla="val 50000"/>
                <a:gd name="adj2" fmla="val 3721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箭头: 右 14">
              <a:extLst>
                <a:ext uri="{FF2B5EF4-FFF2-40B4-BE49-F238E27FC236}">
                  <a16:creationId xmlns:a16="http://schemas.microsoft.com/office/drawing/2014/main" id="{0C4A8F5D-F8BB-D566-2C67-CC535D585558}"/>
                </a:ext>
              </a:extLst>
            </p:cNvPr>
            <p:cNvSpPr/>
            <p:nvPr/>
          </p:nvSpPr>
          <p:spPr>
            <a:xfrm rot="5400000">
              <a:off x="4257216" y="1972114"/>
              <a:ext cx="374072" cy="282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814ABFF8-8E1D-E376-DA10-65A2CF8C3D35}"/>
                </a:ext>
              </a:extLst>
            </p:cNvPr>
            <p:cNvSpPr/>
            <p:nvPr/>
          </p:nvSpPr>
          <p:spPr>
            <a:xfrm rot="5400000">
              <a:off x="4196704" y="3912973"/>
              <a:ext cx="374072" cy="282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23BF430-EA54-17BA-D846-B396C4B8342C}"/>
                </a:ext>
              </a:extLst>
            </p:cNvPr>
            <p:cNvSpPr txBox="1"/>
            <p:nvPr/>
          </p:nvSpPr>
          <p:spPr>
            <a:xfrm>
              <a:off x="6652566" y="776230"/>
              <a:ext cx="28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是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3E16F95-14C6-4907-BC23-9DC1DA26107A}"/>
                </a:ext>
              </a:extLst>
            </p:cNvPr>
            <p:cNvSpPr txBox="1"/>
            <p:nvPr/>
          </p:nvSpPr>
          <p:spPr>
            <a:xfrm>
              <a:off x="6634534" y="2710734"/>
              <a:ext cx="28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是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CB703A2-C940-D5F3-D431-BE8BEABA85EE}"/>
                </a:ext>
              </a:extLst>
            </p:cNvPr>
            <p:cNvSpPr txBox="1"/>
            <p:nvPr/>
          </p:nvSpPr>
          <p:spPr>
            <a:xfrm>
              <a:off x="4457821" y="1842330"/>
              <a:ext cx="28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否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1EC723C-BA64-BB41-42EF-241EA83EC7DF}"/>
                </a:ext>
              </a:extLst>
            </p:cNvPr>
            <p:cNvSpPr txBox="1"/>
            <p:nvPr/>
          </p:nvSpPr>
          <p:spPr>
            <a:xfrm>
              <a:off x="4383740" y="3783189"/>
              <a:ext cx="28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4937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159</Words>
  <Application>Microsoft Office PowerPoint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坤彬 许</dc:creator>
  <cp:lastModifiedBy>坤彬 许</cp:lastModifiedBy>
  <cp:revision>1</cp:revision>
  <dcterms:created xsi:type="dcterms:W3CDTF">2025-01-03T11:34:38Z</dcterms:created>
  <dcterms:modified xsi:type="dcterms:W3CDTF">2025-01-03T16:13:14Z</dcterms:modified>
</cp:coreProperties>
</file>